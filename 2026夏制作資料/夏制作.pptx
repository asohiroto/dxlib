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2DB06C-12A2-FA01-A588-18075759CD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919DE34-F8B2-E343-45FF-4B64F9F313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7E499A7-241E-FADD-A3CA-B688B7313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DBFAE-8F19-4B82-B12C-5E6E271DBEC3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66C42D0-CD88-41FA-9E61-03D4A7194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39DD821-AEAC-6822-4E56-BD403F043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973ED-501D-4EBF-BC0D-D1C4F05373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3620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C551E6-DC17-733D-E4DA-B22CF8DAE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CBB0F6F-3C50-8C2C-421E-B9F786BB7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B9859A7-E724-4D98-1266-9F7E9E5CF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DBFAE-8F19-4B82-B12C-5E6E271DBEC3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0BCF085-66CA-2EE6-7FF0-E62A46D14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7D40FB0-8FCD-AE7B-E452-C24F60B94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973ED-501D-4EBF-BC0D-D1C4F05373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4614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7AA940-B767-BAC6-3103-CCA350D00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D578325-7141-8EFE-A7DF-6ECC1C9CC3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DF454C8-1CDB-DE61-5CA6-9A0B3853C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DBFAE-8F19-4B82-B12C-5E6E271DBEC3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F830E03-1910-FA8E-619E-C5CCF07DD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2329F83-F0B0-2C4D-1A8C-BF706B003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973ED-501D-4EBF-BC0D-D1C4F05373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6970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EC6142-DEAB-BAF2-8D7B-80CA281F5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30406E9-E567-3952-557B-71D5E2C08B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91EFBB8-5980-F1E1-8717-B6AD80F7DC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C7841D7-E6D9-8E9B-6DA5-ACCCCA7A7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DBFAE-8F19-4B82-B12C-5E6E271DBEC3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5F528C8-2F67-B7A4-080E-3C3A990BA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6E0BDFE-EBC5-59F9-3E56-E007EBE88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973ED-501D-4EBF-BC0D-D1C4F05373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8877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17EE4E-05C0-B179-76B5-D6074CAF7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B29944B-B00E-555F-4CB8-1F7E620ADD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1B32117-A5C7-575C-DF11-F92C9F58DD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E96221C-75DD-566A-5B78-E24C66EF49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1FE7892-8396-4DB3-7E50-DED56CC2A3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B591AD5-50D1-BAF5-7F08-BF10C0D64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DBFAE-8F19-4B82-B12C-5E6E271DBEC3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83A5C17-D122-2416-72D5-169971CE7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E341F21-9179-CFE4-BF90-A909DD498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973ED-501D-4EBF-BC0D-D1C4F05373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8051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9EC470-88C7-2A98-798B-2F7CDB06D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C184E88-2CCB-F88E-B7FA-2C759DF92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DBFAE-8F19-4B82-B12C-5E6E271DBEC3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90A0C50-1101-9EAA-5EF1-A258FC159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DE5AC92-9CE2-DA55-E08A-87C497DBD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973ED-501D-4EBF-BC0D-D1C4F05373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951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5548C4B-FD87-03D0-5E07-A9D3AAF67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DBFAE-8F19-4B82-B12C-5E6E271DBEC3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B8743E6-FA4D-EBA2-D4D6-94CA93D4A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3B5D262-CAE8-0F6A-99A7-63D729AC7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973ED-501D-4EBF-BC0D-D1C4F05373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6855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D06CE0-B0CB-C9DE-AF89-05C7161D0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4D111B6-D1E8-BA33-3954-F0D57E5FF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B39A13D-358D-5232-38D8-BA7FFD9EBA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8B1237F-B205-3CD4-A064-168F7EF65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DBFAE-8F19-4B82-B12C-5E6E271DBEC3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D31D9B8-6808-B589-A779-DD5478ADB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6F0DEE8-D08D-3DBC-8D0D-2DE1B7C7D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973ED-501D-4EBF-BC0D-D1C4F05373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9982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419C32-6E34-7D26-802E-BB5208967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A09F941-46F8-56B3-3C87-86960C393A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D9E15FE-9A18-B7AA-EB48-7F5990FAA8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D4AEBB2-E19B-BB9D-F14D-59BD1360A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DBFAE-8F19-4B82-B12C-5E6E271DBEC3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04FA80F-00D5-0729-BF77-57F7D1C2E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1376ACB-404D-3850-616A-545D30948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973ED-501D-4EBF-BC0D-D1C4F05373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3408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BFAAD1-B372-D523-65A9-C57A77D2C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19BD06F-0070-D42F-F266-D20C36C914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A4D2473-531D-AD73-2A3D-D49DC5BB6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DBFAE-8F19-4B82-B12C-5E6E271DBEC3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0057745-5812-5ED1-6BC4-7CA71E14D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D1D246F-234E-DF0B-1BE1-305139FCC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973ED-501D-4EBF-BC0D-D1C4F05373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2831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1FE53FD-FD74-6EDB-C78C-E9BA4D413D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2D25454-4225-F2FB-87BC-7EF2B254D8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FAF26A3-A4E7-AA0C-7EF3-C4A77CB78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DBFAE-8F19-4B82-B12C-5E6E271DBEC3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A014FB-CD11-291D-701F-7ED5B953D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69AF522-B5C1-0D44-328C-D372C5772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973ED-501D-4EBF-BC0D-D1C4F05373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1520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B9F8C58-5875-E936-75BE-D5F7ECF7E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33BB9A4-7F2F-4B22-2D06-3ABFAD61C9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ED53986-AC7C-6F19-6310-8F3FCCA82E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4DBFAE-8F19-4B82-B12C-5E6E271DBEC3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0AAA50C-07A6-EA7E-CA5C-23D9E68338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B75B4E1-574F-3120-11F9-C8BFDB273D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7973ED-501D-4EBF-BC0D-D1C4F05373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5672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5198815-56DE-EEBC-6308-643E277E9667}"/>
              </a:ext>
            </a:extLst>
          </p:cNvPr>
          <p:cNvSpPr txBox="1"/>
          <p:nvPr/>
        </p:nvSpPr>
        <p:spPr>
          <a:xfrm>
            <a:off x="184727" y="129188"/>
            <a:ext cx="77862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dirty="0"/>
              <a:t>タイトル：</a:t>
            </a:r>
            <a:r>
              <a:rPr kumimoji="1" lang="en-US" altLang="ja-JP" sz="3600" dirty="0"/>
              <a:t>Wizards on Arena</a:t>
            </a:r>
            <a:r>
              <a:rPr kumimoji="1" lang="ja-JP" altLang="en-US" sz="3600" dirty="0"/>
              <a:t>（仮）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B54E1D0-B7CA-972B-1360-33AA09D9A170}"/>
              </a:ext>
            </a:extLst>
          </p:cNvPr>
          <p:cNvSpPr txBox="1"/>
          <p:nvPr/>
        </p:nvSpPr>
        <p:spPr>
          <a:xfrm>
            <a:off x="7712364" y="354790"/>
            <a:ext cx="4054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ジャンル：３</a:t>
            </a:r>
            <a:r>
              <a:rPr lang="en-US" altLang="ja-JP" dirty="0"/>
              <a:t>D</a:t>
            </a:r>
            <a:r>
              <a:rPr lang="ja-JP" altLang="en-US" dirty="0"/>
              <a:t>三人称シューティング</a:t>
            </a:r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93E1A53-2D05-F94E-C47A-3AD40398AEEA}"/>
              </a:ext>
            </a:extLst>
          </p:cNvPr>
          <p:cNvSpPr txBox="1"/>
          <p:nvPr/>
        </p:nvSpPr>
        <p:spPr>
          <a:xfrm>
            <a:off x="184728" y="968170"/>
            <a:ext cx="91994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dirty="0"/>
              <a:t>～</a:t>
            </a:r>
            <a:r>
              <a:rPr kumimoji="1" lang="en-US" altLang="ja-JP" sz="4000" dirty="0"/>
              <a:t>3</a:t>
            </a:r>
            <a:r>
              <a:rPr kumimoji="1" lang="ja-JP" altLang="en-US" sz="4000" dirty="0"/>
              <a:t>種の魔法を駆使し、敵を倒そう！～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B8B6AEA-3B33-850E-9D8B-F1714E4BB3B2}"/>
              </a:ext>
            </a:extLst>
          </p:cNvPr>
          <p:cNvSpPr txBox="1"/>
          <p:nvPr/>
        </p:nvSpPr>
        <p:spPr>
          <a:xfrm>
            <a:off x="184727" y="1831950"/>
            <a:ext cx="10002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ゲーム概要：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374FA58-A9FE-1E86-B99C-5AA49C26CE19}"/>
              </a:ext>
            </a:extLst>
          </p:cNvPr>
          <p:cNvSpPr txBox="1"/>
          <p:nvPr/>
        </p:nvSpPr>
        <p:spPr>
          <a:xfrm>
            <a:off x="397164" y="2136431"/>
            <a:ext cx="1016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使える魔法は</a:t>
            </a:r>
            <a:r>
              <a:rPr kumimoji="1" lang="ja-JP" altLang="en-US" sz="3600" dirty="0"/>
              <a:t>３種類</a:t>
            </a:r>
            <a:r>
              <a:rPr lang="ja-JP" altLang="en-US" sz="3600" dirty="0"/>
              <a:t>！</a:t>
            </a:r>
            <a:endParaRPr kumimoji="1" lang="ja-JP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6A8411F-4816-A60F-6E79-E41ED510E656}"/>
              </a:ext>
            </a:extLst>
          </p:cNvPr>
          <p:cNvSpPr txBox="1"/>
          <p:nvPr/>
        </p:nvSpPr>
        <p:spPr>
          <a:xfrm>
            <a:off x="397164" y="2814662"/>
            <a:ext cx="2761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・グラウンドウォール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09E3056-5A50-2A7A-35D2-06BB25416D62}"/>
              </a:ext>
            </a:extLst>
          </p:cNvPr>
          <p:cNvSpPr txBox="1"/>
          <p:nvPr/>
        </p:nvSpPr>
        <p:spPr>
          <a:xfrm>
            <a:off x="644236" y="3152094"/>
            <a:ext cx="2974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敵の</a:t>
            </a:r>
            <a:r>
              <a:rPr kumimoji="1" lang="ja-JP" altLang="en-US" dirty="0">
                <a:solidFill>
                  <a:srgbClr val="FF0000"/>
                </a:solidFill>
              </a:rPr>
              <a:t>魔法を防ぐ</a:t>
            </a:r>
            <a:r>
              <a:rPr kumimoji="1" lang="ja-JP" altLang="en-US" dirty="0"/>
              <a:t>！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ADE9410-7326-B9D2-698E-21D47FAF4653}"/>
              </a:ext>
            </a:extLst>
          </p:cNvPr>
          <p:cNvSpPr txBox="1"/>
          <p:nvPr/>
        </p:nvSpPr>
        <p:spPr>
          <a:xfrm>
            <a:off x="397162" y="3577558"/>
            <a:ext cx="2974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・マジックショット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FA3BC44-6AFE-4459-A1B0-3C1F51D4E774}"/>
              </a:ext>
            </a:extLst>
          </p:cNvPr>
          <p:cNvSpPr txBox="1"/>
          <p:nvPr/>
        </p:nvSpPr>
        <p:spPr>
          <a:xfrm>
            <a:off x="644236" y="3935282"/>
            <a:ext cx="393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狙った位置に</a:t>
            </a:r>
            <a:r>
              <a:rPr kumimoji="1" lang="ja-JP" altLang="en-US" dirty="0">
                <a:solidFill>
                  <a:srgbClr val="FF0000"/>
                </a:solidFill>
              </a:rPr>
              <a:t>まっすぐ飛んでいく</a:t>
            </a:r>
            <a:r>
              <a:rPr kumimoji="1" lang="ja-JP" altLang="en-US" dirty="0"/>
              <a:t>！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0CDDAD45-1544-772A-7CD7-ACCAE080599B}"/>
              </a:ext>
            </a:extLst>
          </p:cNvPr>
          <p:cNvSpPr txBox="1"/>
          <p:nvPr/>
        </p:nvSpPr>
        <p:spPr>
          <a:xfrm>
            <a:off x="397163" y="4355396"/>
            <a:ext cx="2974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・マジックミサイル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BB6CF24B-92D2-AF97-2A78-1539222D83E5}"/>
              </a:ext>
            </a:extLst>
          </p:cNvPr>
          <p:cNvSpPr txBox="1"/>
          <p:nvPr/>
        </p:nvSpPr>
        <p:spPr>
          <a:xfrm>
            <a:off x="644236" y="4718470"/>
            <a:ext cx="393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敵を</a:t>
            </a:r>
            <a:r>
              <a:rPr kumimoji="1" lang="ja-JP" altLang="en-US" dirty="0">
                <a:solidFill>
                  <a:srgbClr val="FF0000"/>
                </a:solidFill>
              </a:rPr>
              <a:t>ロックオンし、追尾する</a:t>
            </a:r>
            <a:r>
              <a:rPr kumimoji="1" lang="ja-JP" altLang="en-US" dirty="0"/>
              <a:t>！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9ABCD046-C1CC-48C2-6F2D-E6CDBC29A630}"/>
              </a:ext>
            </a:extLst>
          </p:cNvPr>
          <p:cNvSpPr txBox="1"/>
          <p:nvPr/>
        </p:nvSpPr>
        <p:spPr>
          <a:xfrm>
            <a:off x="397162" y="5450876"/>
            <a:ext cx="815570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/>
              <a:t>魔法は</a:t>
            </a:r>
            <a:r>
              <a:rPr kumimoji="1" lang="en-US" altLang="ja-JP" sz="3200" dirty="0"/>
              <a:t>MP</a:t>
            </a:r>
            <a:r>
              <a:rPr kumimoji="1" lang="ja-JP" altLang="en-US" sz="3200" dirty="0"/>
              <a:t>を消費して発動する！</a:t>
            </a:r>
            <a:endParaRPr kumimoji="1" lang="en-US" altLang="ja-JP" sz="3200" dirty="0"/>
          </a:p>
          <a:p>
            <a:r>
              <a:rPr kumimoji="1" lang="en-US" altLang="ja-JP" sz="3200" dirty="0"/>
              <a:t>MP</a:t>
            </a:r>
            <a:r>
              <a:rPr kumimoji="1" lang="ja-JP" altLang="en-US" sz="3200" dirty="0"/>
              <a:t>は</a:t>
            </a:r>
            <a:r>
              <a:rPr kumimoji="1" lang="ja-JP" altLang="en-US" sz="3200" dirty="0">
                <a:solidFill>
                  <a:srgbClr val="FF0000"/>
                </a:solidFill>
              </a:rPr>
              <a:t>時間経過</a:t>
            </a:r>
            <a:r>
              <a:rPr kumimoji="1" lang="ja-JP" altLang="en-US" sz="3200" dirty="0"/>
              <a:t>と、</a:t>
            </a:r>
            <a:r>
              <a:rPr kumimoji="1" lang="ja-JP" altLang="en-US" sz="3200" dirty="0">
                <a:solidFill>
                  <a:srgbClr val="FF0000"/>
                </a:solidFill>
              </a:rPr>
              <a:t>敵へのダメージ</a:t>
            </a:r>
            <a:r>
              <a:rPr kumimoji="1" lang="ja-JP" altLang="en-US" sz="3200" dirty="0"/>
              <a:t>で回復！</a:t>
            </a:r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61E14B47-FAC4-1316-44F1-A4996574C5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4332" y="1665508"/>
            <a:ext cx="6920504" cy="3774820"/>
          </a:xfrm>
          <a:prstGeom prst="rect">
            <a:avLst/>
          </a:prstGeom>
        </p:spPr>
      </p:pic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1DA4F2F-05EB-4CD2-2D9F-9945A0D60239}"/>
              </a:ext>
            </a:extLst>
          </p:cNvPr>
          <p:cNvSpPr txBox="1"/>
          <p:nvPr/>
        </p:nvSpPr>
        <p:spPr>
          <a:xfrm>
            <a:off x="9615055" y="5474141"/>
            <a:ext cx="24106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/>
              <a:t>※</a:t>
            </a:r>
            <a:r>
              <a:rPr kumimoji="1" lang="ja-JP" altLang="en-US" sz="1600" dirty="0"/>
              <a:t>プレイイメージ</a:t>
            </a:r>
          </a:p>
        </p:txBody>
      </p:sp>
    </p:spTree>
    <p:extLst>
      <p:ext uri="{BB962C8B-B14F-4D97-AF65-F5344CB8AC3E}">
        <p14:creationId xmlns:p14="http://schemas.microsoft.com/office/powerpoint/2010/main" val="4095975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88</Words>
  <Application>Microsoft Office PowerPoint</Application>
  <PresentationFormat>ワイド画面</PresentationFormat>
  <Paragraphs>14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麻生　大翔</dc:creator>
  <cp:lastModifiedBy>麻生　大翔</cp:lastModifiedBy>
  <cp:revision>2</cp:revision>
  <dcterms:created xsi:type="dcterms:W3CDTF">2026-07-14T01:39:50Z</dcterms:created>
  <dcterms:modified xsi:type="dcterms:W3CDTF">2026-07-14T02:23:56Z</dcterms:modified>
</cp:coreProperties>
</file>